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蒙庆烟花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推销员功能使用手册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什么是推销员？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5步快速上手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商品浏览与定价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预约下单流程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收益与提现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6. 推广获客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7. 团队管理（一级专属）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8. 营销活动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9. 代金券与奖励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10. 发圈打卡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11. 常见问题解答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什么是推销员？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推销员是什么？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简单来说：帮门店推广烟花的合作伙伴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您的工作很简单：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把商品链接分享给朋友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朋友通过您的链接预约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朋友到店付款后，您赚利润！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不需要囤货、不需要送货、不需要垫付费用！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推销员的两种类型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一级推销员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直接向平台拿货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可发展下级，能赚团队差价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二级推销员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向一级推销员拿货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赚自己销售的利润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赚钱的核心原理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您的利润 = 零售价 - 拿货价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举例：拿货70元，卖100元，利润30元！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5步快速上手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第一步：登录账号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打开系统链接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输入手机号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获取验证码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输入验证码登录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就这么简单！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第二步：设置商品价格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路径：个人中心 - 定价管理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为每个商品设置您的零售价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零售价必须大于等于拿货价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可参考系统给的建议零售价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注意：一级推销员必须设置给下级的价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否则下级无法销售该商品！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第三步：获取推广链接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路径：个人中心 - 推广中心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保存您的专属二维码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或复制您的专属链接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这是您赚钱的入口！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第四步：分享给客户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把二维码/链接发给朋友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发朋友圈、微信群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客户扫码后看到的是您设置的价格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分享越多，赚得越多！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第五步：等待收益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客户预约成功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门店电话确认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客户到店付款提货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利润自动到您账户！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核销即时到账，无需等待！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商品浏览与定价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浏览商品的三种方式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方式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首页推荐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热销商品、推荐商品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分类查找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按烟花类型浏览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搜索功能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输入关键词快速找到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定价管理（重点！）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价格名称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谁能看到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拿货价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您的成本价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只有您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建议零售价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系统推荐价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只有您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零售价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卖给客户的价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客户能看到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给下级的价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给二级的成本价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只有下级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定价举例（一级推销员）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某款烟花：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您的拿货价：50元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您设置给下级的价：70元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您设置零售价：100元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收益情况：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您直接卖：100-50 = 50元利润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下级卖出：您赚 70-50 = 20元差价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预约下单流程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帮客户下单流程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添加商品到采购单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调整数量、查看金额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点击去结算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填写客户信息（姓名、电话）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选择提货日期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6. 提交预约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预约免费，客户不需要在线支付！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预约状态说明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待确认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刚提交，等待门店联系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已确认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门店已电话确认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待备货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提货日期临近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待提货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商品已备好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客户付款提货，利润到账！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已取消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客户取消了预约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第五部分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收益与提现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分润中心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数字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可提现余额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可以申请提现的金额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累计分润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历史总收益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本月分润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这个月赚了多少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待结算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已确认但未到账的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利润计算方式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直接销售利润：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您的利润 = 客户支付价格 - 您的拿货价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团队利润（一级专属）：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您的利润 = 给下级的价 - 您的拿货价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核销即时到账！客户付款后利润立刻进入余额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申请提现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条件：余额满 100元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步骤：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进入分润中心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点击申请提现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输入金额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等待审核（1-3个工作日）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第六部分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推广获客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推广中心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路径：个人中心 - 推广中心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两种推广方式：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分享给客户 - 赚销售利润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邀请推销员 - 赚团队利润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分享给客户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专属二维码：长按保存，分享朋友圈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专属链接：复制发送到微信群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客户扫码后看到的是您设置的价格！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客户预约后业绩归您！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邀请下级推销员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流程：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告诉朋友您的邀请码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朋友注册时输入邀请码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朋友成为您的下级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朋友卖出商品，您也有收益！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奖励：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每邀请1人：15元代金券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被邀请人激活：再得20元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第七部分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团队管理（一级专属）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我的团队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路径：个人中心 - 我的团队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查看：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直属成员数量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间接成员数量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团队业绩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成员详情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团队返券激励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给下级发代金券，激励他们更努力！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操作：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进入我的团队 - 团队返券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选择要奖励的下级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设置金额（5-100元）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从您余额扣除，下级收到代金券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第八部分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营销活动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活动中心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活动类型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玩法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砍价活动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邀请好友帮砍降价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拼团到店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多人组队享优惠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限时秒杀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超低价抢购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满额送礼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预约越多赠品越好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限时锁价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锁定价格24小时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满额送好礼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预约金额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赠品内容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满200元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18寸仙女棒 1盒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满400元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精彩四变色 1盒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满600元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迷你加特林 1个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满1000元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超级棒棒糖 1个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第九部分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代金券与奖励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代金券是什么？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现金抵扣券，在门店购买烟花时使用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只能推销员本人使用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门店扫码核销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有效期：2026年2月14日前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过期作废，请及时使用！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即时奖励（做到就给）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奖励类型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注册奖励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注册成功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首次发圈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发圈审核通过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首次预约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有客户预约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首单成交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客户完成付款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拉新奖励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邀请1个新推销员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激活奖励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被邀请人激活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周期奖励（每周可得）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奖励类型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周销售3单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本周完成3单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周销售5单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本周完成5单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周销售10单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本周完成10单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周发圈全勤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7天都有发圈通过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周拉新3人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本周邀请3人以上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每周最高可得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270元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10单200 + 全勤20 + 拉新50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第十部分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发圈打卡赚奖励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发圈打卡流程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在朋友圈发布烟花推广内容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截图保存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活动中心 - 发圈打卡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选择平台、上传截图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提交审核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6. 审核通过，奖励到账！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发圈奖励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奖励类型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首次发圈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周发圈全勤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20元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第十一部分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常见问题解答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推广相关问题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Q：客户扫了我的码但没下单怎么办？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A：主动联系客户，介绍优惠活动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Q：我设置的价格客户能看到吗？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A：是的！客户看到的就是您设置的零售价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Q：下级的客户算我的业绩吗？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A：算！下级每卖一单您都能赚差价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收益相关问题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Q：利润什么时候到账？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A：核销即时到账！客户付款后立刻进入余额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Q：为什么余额变成负数了？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A：可能用了代金券，下次利润会自动补齐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Q：提现多久到账？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A：1-3个工作日审核，通过后到账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代金券相关问题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Q：代金券可以给别人用吗？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A：不可以，只能推销员本人使用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Q：代金券过期了还能用吗？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A：不能，请在2月14日前及时使用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Q：多张代金券可以一起用吗？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A：可以叠加使用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8C8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赚钱四步走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赚钱四步走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设置价格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定好您的零售价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分享推广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把二维码/链接分享出去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客户下单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客户预约，门店确认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收钱到账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客户提货，利润自动到账！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联系方式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客服热线：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电话1：13190531439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- 电话2：15849390600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门店地址：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呼和浩特市和林格尔县盛乐镇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姑子板村华门世家1号门面房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感谢您成为蒙庆烟花推销员！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祝您生意兴隆，财源广进！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